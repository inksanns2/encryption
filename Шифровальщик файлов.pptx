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D7989-C879-4431-82F8-112242E58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A2315CA-0D94-4516-8ABB-FD790C7E7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4EDF97-8E71-45FC-8904-3B94EF7EE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9EED-C275-43F7-8001-6D82FAA5786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88840C-B0D0-4973-83D1-8B9C7071E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4A1F1D-AAB0-489C-B7E8-FEC5FD095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F021-4D56-4940-A401-BAA74F902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0697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C20F0C-7405-4078-9188-C537AAC49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238183-3FA3-4477-9787-60844CFBA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36857A-590D-42CA-AF1A-D29F46B9E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9EED-C275-43F7-8001-6D82FAA5786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D71EDA-40ED-4F1C-9290-32F84ADC8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769460-33D6-4398-A71E-D054B130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F021-4D56-4940-A401-BAA74F902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3493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3690E-0556-49F7-84CB-7E605543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093623-6A21-40B4-9CE2-7CA7BD6F4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C8DE34-4ADD-49B0-A70F-14DE1BD01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9EED-C275-43F7-8001-6D82FAA5786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5677C9-606A-4D8B-99F9-0B6B31220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47699-E21F-46D3-ABC4-8BC87811B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F021-4D56-4940-A401-BAA74F902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749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C2BB7-18DD-4589-8202-9C581572E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98AEFD-EC71-4CDF-92F2-DFA9932FC6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F07FAC-A36C-47DD-A2AB-2F2E87E4C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1F5CEE-0C88-41C2-A223-EA42118C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9EED-C275-43F7-8001-6D82FAA5786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0A55BD-DF93-4B32-857D-FC1D2FBFA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894443-07F0-4F50-B054-8C827A335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F021-4D56-4940-A401-BAA74F902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162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595C15-AAC4-4820-9083-DB3580445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A18FFC-F355-42E4-9CE3-BB11895AC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5027E89-B2A5-42B0-A93A-90F5923E4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A4C3B1E-B681-4C1F-B632-9B711E9EF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275EB4B-535C-485C-8509-CD0E394FD4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916F098-5D7B-4155-9F92-078C09A0D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9EED-C275-43F7-8001-6D82FAA5786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CA98702-3500-454C-8F29-BB6228B36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46B2585-D929-46A7-BEB8-F21360399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F021-4D56-4940-A401-BAA74F902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220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67310E-B70C-437C-853B-16182B0D8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D43EC8-8300-49A7-B351-8628D0B59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9EED-C275-43F7-8001-6D82FAA5786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D71F331-457B-475F-B842-1BC79F083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89D347-0633-45C2-92C5-A2BAC514B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F021-4D56-4940-A401-BAA74F902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157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C631B36-96C9-404C-B2D2-1E9D4C59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9EED-C275-43F7-8001-6D82FAA5786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93D903E-F75B-41DC-B7B4-DC80C823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FEAAD6-2E0E-4241-9377-E9C262C3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F021-4D56-4940-A401-BAA74F902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465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198636-91B4-4E74-8A15-BDF993919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21B37C-6E6F-443C-AFC8-97B6F50B6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6D05F2-9E14-4392-B393-FCB0D1249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29343D-FBD8-4841-B190-E2BEA7F3F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9EED-C275-43F7-8001-6D82FAA5786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C75F93-DB4B-4F73-9F13-89F53F606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A7F6FE-94FB-4E81-9B99-28C178D7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F021-4D56-4940-A401-BAA74F902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265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5DB282-592E-4405-91E0-6C0CC52D8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3EC50C4-F607-4936-AA61-8664D621FC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B0F5D57-056E-46F5-90C8-AC47316AE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71C3227-9D30-442A-8A33-5E3B1824F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9EED-C275-43F7-8001-6D82FAA5786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FBAAFA-E5C4-4686-867A-16A6BD903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EAF2F3-BB53-4DE5-9E2A-FC98E36BE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F021-4D56-4940-A401-BAA74F902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825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8D733-20F2-41AE-8ACE-D397B8B86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349CB00-C4E9-4E69-9A2B-9E6768687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3CBFC8-79F4-48E7-9226-46E66E75D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9EED-C275-43F7-8001-6D82FAA5786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D96B2F-47B5-4639-ACA0-1C12AA2D8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39D111-B682-46E1-AAA8-C7BBCB67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F021-4D56-4940-A401-BAA74F902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2735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EF252F3-F5DF-4910-8CD8-C5013D127C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03E96D0-384D-4A22-98C4-D045DF82B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F570F8-FC9F-4A4F-A0B7-92936E0F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69EED-C275-43F7-8001-6D82FAA5786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560897-0EA7-4882-AB01-580C654E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DA02C7-0E28-46FE-9835-ADD39B51D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F021-4D56-4940-A401-BAA74F902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500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2BEC52-31F4-4597-AB0C-EF191118D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205B11-6E4F-4717-A8FC-9119CC0F6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5E5A35-4C36-4A71-8980-9B9ACA7F79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69EED-C275-43F7-8001-6D82FAA57867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32A9FC-5647-4DC5-A65C-C8A1A9450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D2010D-1B22-4C68-A359-86B603B11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0F021-4D56-4940-A401-BAA74F9027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08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Гомоморфное шифрование: мифы и заблуждения | ИТ интегратор «Рамакс»">
            <a:extLst>
              <a:ext uri="{FF2B5EF4-FFF2-40B4-BE49-F238E27FC236}">
                <a16:creationId xmlns:a16="http://schemas.microsoft.com/office/drawing/2014/main" id="{4AF99EE4-8C63-42B2-A859-89EFB8471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0351" y="-161538"/>
            <a:ext cx="12863999" cy="7718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7F4353-1FEE-4493-B3A0-7D605E9937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Шифровальщик файлов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10413C-CE33-4DC7-9036-20605DBF7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1012" y="6381097"/>
            <a:ext cx="4320988" cy="476903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Пшеничников Максим 323СА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/</a:t>
            </a:r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42564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О важности шифрования: 10 фактов, опровергающих мифы">
            <a:extLst>
              <a:ext uri="{FF2B5EF4-FFF2-40B4-BE49-F238E27FC236}">
                <a16:creationId xmlns:a16="http://schemas.microsoft.com/office/drawing/2014/main" id="{8FC32FF2-0AB5-4006-824A-4F1F29502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0415" y="-286871"/>
            <a:ext cx="13983648" cy="7271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727078-C29A-4AB8-BB3D-9CC72BA5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6882" y="106596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rgbClr val="FFFFFF"/>
                </a:solidFill>
              </a:rPr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0B50BE-1085-4CC9-87FF-B3B3F27C3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Цели и Задач:</a:t>
            </a:r>
          </a:p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Разработка программы для безопасного</a:t>
            </a: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шифрования файлов на Python</a:t>
            </a:r>
          </a:p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Изучить криптографические алгоритмы</a:t>
            </a:r>
          </a:p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Реализовать AES-256-GCM шифрование</a:t>
            </a:r>
          </a:p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Создать простой интерфейс</a:t>
            </a:r>
          </a:p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Добавить работу с паролями и ключами</a:t>
            </a:r>
          </a:p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Протестировать и оформить проект</a:t>
            </a:r>
          </a:p>
        </p:txBody>
      </p:sp>
    </p:spTree>
    <p:extLst>
      <p:ext uri="{BB962C8B-B14F-4D97-AF65-F5344CB8AC3E}">
        <p14:creationId xmlns:p14="http://schemas.microsoft.com/office/powerpoint/2010/main" val="2967906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Шифрование данных: что такое, виды, для чего применяют | РБК Тренды">
            <a:extLst>
              <a:ext uri="{FF2B5EF4-FFF2-40B4-BE49-F238E27FC236}">
                <a16:creationId xmlns:a16="http://schemas.microsoft.com/office/drawing/2014/main" id="{9EF48EB6-59C2-4F3E-9385-AAD4D5805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5233" y="-533479"/>
            <a:ext cx="13156163" cy="8222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2D38C3-6E9D-411C-A339-0D72BDCE8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Структура проекта и основные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462B9B-7FFE-4DD6-9537-122BC4A48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143565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Файлы проекта: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encryptor.py       - </a:t>
            </a:r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основной интерфейс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crypto_utils.py    - </a:t>
            </a:r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функции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file_utils.py      - </a:t>
            </a:r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работа с файлами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requirements.txt   - </a:t>
            </a:r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зависимости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README.md          - </a:t>
            </a:r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документация</a:t>
            </a: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Основные функции:</a:t>
            </a:r>
          </a:p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Шифрование/дешифрование файлов</a:t>
            </a:r>
          </a:p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Поддержка паролей и ключей</a:t>
            </a:r>
          </a:p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Удаление оригинала </a:t>
            </a:r>
          </a:p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Проверка целостности данных</a:t>
            </a:r>
          </a:p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Простой текстовый 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3859398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Что такое гомоморфное шифрование? Простое руководство - SSL Dragon">
            <a:extLst>
              <a:ext uri="{FF2B5EF4-FFF2-40B4-BE49-F238E27FC236}">
                <a16:creationId xmlns:a16="http://schemas.microsoft.com/office/drawing/2014/main" id="{E4F9C466-D530-4BB3-90AF-A4946583A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2185" y="-281815"/>
            <a:ext cx="12887131" cy="7216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C23E18-1F03-4C29-9743-F6B1B25A2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4351" y="-218906"/>
            <a:ext cx="9677400" cy="1325563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 ПРИМЕР РАБОТЫ ПРОГРАММЫ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EEE4AC2C-F6DE-4699-A5E9-152A027586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87331" y="1092588"/>
            <a:ext cx="4595617" cy="5765412"/>
          </a:xfrm>
        </p:spPr>
      </p:pic>
    </p:spTree>
    <p:extLst>
      <p:ext uri="{BB962C8B-B14F-4D97-AF65-F5344CB8AC3E}">
        <p14:creationId xmlns:p14="http://schemas.microsoft.com/office/powerpoint/2010/main" val="2304828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Сетевое шифрование: программное или аппаратное? - DNA Distribution">
            <a:extLst>
              <a:ext uri="{FF2B5EF4-FFF2-40B4-BE49-F238E27FC236}">
                <a16:creationId xmlns:a16="http://schemas.microsoft.com/office/drawing/2014/main" id="{F8FD0A0A-5E50-4B35-BAA9-166F1E6CA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2053" y="-80682"/>
            <a:ext cx="13687424" cy="6974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D3DE2-F6CD-4C29-9D40-B16996E66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РЕЗУЛЬТАТЫ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C0956A-2D8D-47DC-A00B-DD48AE388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318"/>
            <a:ext cx="10515600" cy="473364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Достигнуто:</a:t>
            </a:r>
          </a:p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Работоспособная программа</a:t>
            </a:r>
          </a:p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Поддержка разных методов защиты</a:t>
            </a:r>
          </a:p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Простой и понятный интерфейс</a:t>
            </a:r>
          </a:p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Полная документация проекта</a:t>
            </a:r>
          </a:p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Проект размещен на </a:t>
            </a:r>
            <a:r>
              <a:rPr lang="ru-RU" dirty="0" err="1">
                <a:solidFill>
                  <a:schemeClr val="bg1"/>
                </a:solidFill>
                <a:highlight>
                  <a:srgbClr val="000000"/>
                </a:highlight>
              </a:rPr>
              <a:t>GitHub</a:t>
            </a:r>
            <a:endParaRPr lang="ru-RU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Выводы:</a:t>
            </a:r>
          </a:p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• Освоены принципы криптографии</a:t>
            </a:r>
          </a:p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• Получен опыт разработки Python-приложений</a:t>
            </a:r>
          </a:p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• Навыки работы с системами контроля версий</a:t>
            </a:r>
          </a:p>
          <a:p>
            <a:r>
              <a:rPr lang="ru-RU" dirty="0">
                <a:solidFill>
                  <a:schemeClr val="bg1"/>
                </a:solidFill>
                <a:highlight>
                  <a:srgbClr val="000000"/>
                </a:highlight>
              </a:rPr>
              <a:t>• Понимание важности защиты данных</a:t>
            </a:r>
          </a:p>
        </p:txBody>
      </p:sp>
    </p:spTree>
    <p:extLst>
      <p:ext uri="{BB962C8B-B14F-4D97-AF65-F5344CB8AC3E}">
        <p14:creationId xmlns:p14="http://schemas.microsoft.com/office/powerpoint/2010/main" val="15920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148</Words>
  <Application>Microsoft Office PowerPoint</Application>
  <PresentationFormat>Широкоэкранный</PresentationFormat>
  <Paragraphs>37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Шифровальщик файлов</vt:lpstr>
      <vt:lpstr>Цели и задачи</vt:lpstr>
      <vt:lpstr>Структура проекта и основные функции</vt:lpstr>
      <vt:lpstr> ПРИМЕР РАБОТЫ ПРОГРАММЫ</vt:lpstr>
      <vt:lpstr>РЕЗУЛЬТАТЫ РАБОТЫ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Шифровальщик файлов</dc:title>
  <dc:creator>Для Работы</dc:creator>
  <cp:lastModifiedBy>Для Работы</cp:lastModifiedBy>
  <cp:revision>2</cp:revision>
  <dcterms:created xsi:type="dcterms:W3CDTF">2025-12-26T15:42:12Z</dcterms:created>
  <dcterms:modified xsi:type="dcterms:W3CDTF">2025-12-26T15:47:50Z</dcterms:modified>
</cp:coreProperties>
</file>